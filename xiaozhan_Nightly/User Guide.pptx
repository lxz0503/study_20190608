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2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Automation User Guide Only For Wind River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/>
              <a:t>Li Xiaozhan</a:t>
            </a:r>
            <a:endParaRPr lang="en-US" altLang="zh-CN"/>
          </a:p>
          <a:p>
            <a:r>
              <a:rPr lang="en-US" altLang="zh-CN"/>
              <a:t>2019.6.4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                      Entry Point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zh-CN"/>
              <a:t>We use jenkins to trigger nightly test every night.</a:t>
            </a:r>
            <a:endParaRPr lang="en-US" altLang="zh-CN"/>
          </a:p>
          <a:p>
            <a:r>
              <a:rPr lang="en-US" altLang="zh-CN"/>
              <a:t>In this file </a:t>
            </a:r>
            <a:r>
              <a:rPr lang="zh-CN" altLang="en-US"/>
              <a:t>xiaozhan_test_nightly</a:t>
            </a:r>
            <a:r>
              <a:rPr lang="en-US" altLang="zh-CN"/>
              <a:t>.py, which includes the main process of nightly test in my domain,you can see the comment for every step.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                 Install Spin and License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Spin is our software release version.</a:t>
            </a:r>
            <a:endParaRPr lang="en-US" altLang="zh-CN"/>
          </a:p>
          <a:p>
            <a:r>
              <a:rPr lang="en-US" altLang="zh-CN"/>
              <a:t>There are many code commits every day and we usually trigger this process at night.</a:t>
            </a:r>
            <a:endParaRPr lang="en-US" altLang="zh-CN"/>
          </a:p>
          <a:p>
            <a:r>
              <a:rPr lang="en-US" altLang="zh-CN"/>
              <a:t>We check the keyword in the spin file and decide whether to run nightly test.</a:t>
            </a:r>
            <a:endParaRPr lang="en-US" altLang="zh-CN"/>
          </a:p>
          <a:p>
            <a:r>
              <a:rPr lang="en-US" altLang="zh-CN"/>
              <a:t>For details, you can refer to this package InstallSpin.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                         Build Image	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For this process, I use a shell script which is simple and easy to check. </a:t>
            </a:r>
            <a:endParaRPr lang="en-US" altLang="zh-CN"/>
          </a:p>
          <a:p>
            <a:r>
              <a:rPr lang="en-US" altLang="zh-CN"/>
              <a:t>Please refer to buildRTNet.sh.</a:t>
            </a:r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                    Analyze Result	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The original log is like DHCPC.log which includes status of each case.</a:t>
            </a:r>
            <a:endParaRPr lang="en-US" altLang="zh-CN"/>
          </a:p>
          <a:p>
            <a:r>
              <a:rPr lang="en-US" altLang="zh-CN"/>
              <a:t>There are three types of status: Passed,FAILED,INCONCLUSIVE.</a:t>
            </a:r>
            <a:endParaRPr lang="en-US" altLang="zh-CN"/>
          </a:p>
          <a:p>
            <a:r>
              <a:rPr lang="en-US" altLang="zh-CN"/>
              <a:t>For detailed information, you can refer to this file analyze.py and calculate.py.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                          Test Log	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/>
          </a:bodyPr>
          <a:p>
            <a:r>
              <a:rPr lang="en-US" altLang="zh-CN"/>
              <a:t>After process, the overall log is like this : </a:t>
            </a:r>
            <a:endParaRPr lang="en-US" altLang="zh-CN"/>
          </a:p>
          <a:p>
            <a:r>
              <a:rPr lang="en-US" altLang="zh-CN"/>
              <a:t>IPSEC-AH-8.4:Passed</a:t>
            </a:r>
            <a:endParaRPr lang="en-US" altLang="zh-CN"/>
          </a:p>
          <a:p>
            <a:r>
              <a:rPr lang="en-US" altLang="zh-CN"/>
              <a:t>IPSEC-AH-9.1:Passed</a:t>
            </a:r>
            <a:endParaRPr lang="en-US" altLang="zh-CN"/>
          </a:p>
          <a:p>
            <a:r>
              <a:rPr lang="en-US" altLang="zh-CN"/>
              <a:t>IPSEC-AH-10.1:Passed</a:t>
            </a:r>
            <a:endParaRPr lang="en-US" altLang="zh-CN"/>
          </a:p>
          <a:p>
            <a:r>
              <a:rPr lang="en-US" altLang="zh-CN"/>
              <a:t>DHCP-SERVER-6.2:!FAILED!</a:t>
            </a:r>
            <a:endParaRPr lang="en-US" altLang="zh-CN"/>
          </a:p>
          <a:p>
            <a:r>
              <a:rPr lang="en-US" altLang="zh-CN"/>
              <a:t>DHCP-SERVER-3.1:!INCONCLUSIVE!</a:t>
            </a:r>
            <a:endParaRPr lang="en-US" altLang="zh-CN"/>
          </a:p>
          <a:p>
            <a:r>
              <a:rPr lang="en-US" altLang="zh-CN"/>
              <a:t>DHCP-SERVER-10.6:!INCONCLUSIVE!</a:t>
            </a:r>
            <a:endParaRPr lang="en-US" altLang="zh-CN"/>
          </a:p>
          <a:p>
            <a:r>
              <a:rPr lang="en-US" altLang="zh-CN"/>
              <a:t>DHCP-SERVER-12.1:!INCONCLUSIVE!</a:t>
            </a:r>
            <a:endParaRPr lang="en-US" altLang="zh-CN"/>
          </a:p>
          <a:p>
            <a:r>
              <a:rPr lang="en-US" altLang="zh-CN"/>
              <a:t>You can see the whole test result in this file </a:t>
            </a:r>
            <a:r>
              <a:rPr lang="en-US" altLang="zh-CN">
                <a:sym typeface="+mn-ea"/>
              </a:rPr>
              <a:t>test_result.log</a:t>
            </a:r>
            <a:r>
              <a:rPr lang="en-US" altLang="zh-CN"/>
              <a:t>.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                    Upload Test Log	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There is a database that already stored our cases</a:t>
            </a:r>
            <a:endParaRPr lang="en-US" altLang="zh-CN"/>
          </a:p>
          <a:p>
            <a:r>
              <a:rPr lang="en-US" altLang="zh-CN"/>
              <a:t>I use below function to update the status of every case in the database</a:t>
            </a:r>
            <a:endParaRPr lang="en-US" altLang="zh-CN"/>
          </a:p>
          <a:p>
            <a:r>
              <a:rPr lang="zh-CN" altLang="en-US"/>
              <a:t>uploadLog.updateLtaf(dir)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Below crontab tasks are used to store my image</a:t>
            </a:r>
            <a:endParaRPr lang="en-US" altLang="zh-CN"/>
          </a:p>
          <a:p>
            <a:r>
              <a:rPr lang="zh-CN" altLang="en-US"/>
              <a:t>30 10 * * * python /home/windriver/ANVL/scp_dir_test.py</a:t>
            </a:r>
            <a:endParaRPr lang="zh-CN" altLang="en-US"/>
          </a:p>
          <a:p>
            <a:r>
              <a:rPr lang="zh-CN" altLang="en-US"/>
              <a:t>30 8 * * * python /home/windriver/ANVL/cp.py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1607</Words>
  <Application>WPS Presentation</Application>
  <PresentationFormat>宽屏</PresentationFormat>
  <Paragraphs>53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SimSun</vt:lpstr>
      <vt:lpstr>Wingdings</vt:lpstr>
      <vt:lpstr>Calibri Light</vt:lpstr>
      <vt:lpstr>Helvetica Neue</vt:lpstr>
      <vt:lpstr>Calibri</vt:lpstr>
      <vt:lpstr>Microsoft YaHei</vt:lpstr>
      <vt:lpstr>方正雅意黑 GB18030L2</vt:lpstr>
      <vt:lpstr>Arial Unicode MS</vt:lpstr>
      <vt:lpstr>SimSun</vt:lpstr>
      <vt:lpstr>汉仪书宋二KW</vt:lpstr>
      <vt:lpstr>Office 主题</vt:lpstr>
      <vt:lpstr>Automation User Guide Only For Wind River</vt:lpstr>
      <vt:lpstr>                          Entry Point</vt:lpstr>
      <vt:lpstr>                 Install Spin and License</vt:lpstr>
      <vt:lpstr>                         Build Image	</vt:lpstr>
      <vt:lpstr>                    Analyze Result	</vt:lpstr>
      <vt:lpstr>                          Test Log	</vt:lpstr>
      <vt:lpstr>                    Upload Test Log	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sam</cp:lastModifiedBy>
  <cp:revision>21</cp:revision>
  <dcterms:created xsi:type="dcterms:W3CDTF">2026-10-22T16:14:34Z</dcterms:created>
  <dcterms:modified xsi:type="dcterms:W3CDTF">2026-10-22T16:14:34Z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1033-12.1.29181.29181</vt:lpwstr>
  </property>
  <property fmtid="{D5CDD505-2E9C-101B-9397-08002B2CF9AE}" pid="3" name="ICV">
    <vt:lpwstr>60B575E8B323D5B44E35DA6AF0E26B73_42</vt:lpwstr>
  </property>
</Properties>
</file>